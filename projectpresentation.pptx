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73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52847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-1645920"/>
            <a:ext cx="4572000" cy="457200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4754880"/>
            <a:ext cx="3657600" cy="365760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874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NO. 22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8600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Interview Trainer Agent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42900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RAG-powered AI assistant that generates personalized technical and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interview questions, model answers, and improvement tips.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4617720"/>
            <a:ext cx="201168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4800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IBM Cloud Lite Services  ·  watsonx.ai  ·  RAG (Chroma)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6035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Ayush Sharma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Challenge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54480"/>
            <a:ext cx="6035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Preparing for job interviews is stressful and inconsistent. Candidates often don't know what to expect for a specific role, experience level, or industry. Interview questions, behavioral scenarios, and HR expectations are scattered across job portals, professional networks, and company-specific interview experiences — making structured preparation difficult.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931920"/>
            <a:ext cx="6035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personalized, role-specific guidance, many candidates walk into interviews underprepared — unsure of both the technical questions they'll face and how to present their soft skills convincingly.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949440" y="1554480"/>
            <a:ext cx="4754880" cy="1234440"/>
          </a:xfrm>
          <a:prstGeom prst="roundRect">
            <a:avLst>
              <a:gd name="adj" fmla="val 5926"/>
            </a:avLst>
          </a:prstGeom>
          <a:solidFill>
            <a:srgbClr val="F4F7FD"/>
          </a:solidFill>
          <a:ln/>
        </p:spPr>
      </p:sp>
      <p:sp>
        <p:nvSpPr>
          <p:cNvPr id="7" name="Shape 5"/>
          <p:cNvSpPr/>
          <p:nvPr/>
        </p:nvSpPr>
        <p:spPr>
          <a:xfrm>
            <a:off x="7178040" y="17830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17804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818120" y="166420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information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818120" y="201168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HR guidance spread across many unreliable sources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949440" y="2971800"/>
            <a:ext cx="4754880" cy="1234440"/>
          </a:xfrm>
          <a:prstGeom prst="roundRect">
            <a:avLst>
              <a:gd name="adj" fmla="val 5926"/>
            </a:avLst>
          </a:prstGeom>
          <a:solidFill>
            <a:srgbClr val="F4F7FD"/>
          </a:solidFill>
          <a:ln/>
        </p:spPr>
      </p:sp>
      <p:sp>
        <p:nvSpPr>
          <p:cNvPr id="12" name="Shape 10"/>
          <p:cNvSpPr/>
          <p:nvPr/>
        </p:nvSpPr>
        <p:spPr>
          <a:xfrm>
            <a:off x="7178040" y="32004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17804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818120" y="308152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personalization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818120" y="342900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prep that ignores role, experience level, and background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949440" y="4389120"/>
            <a:ext cx="4754880" cy="1234440"/>
          </a:xfrm>
          <a:prstGeom prst="roundRect">
            <a:avLst>
              <a:gd name="adj" fmla="val 5926"/>
            </a:avLst>
          </a:prstGeom>
          <a:solidFill>
            <a:srgbClr val="F4F7FD"/>
          </a:solidFill>
          <a:ln/>
        </p:spPr>
      </p:sp>
      <p:sp>
        <p:nvSpPr>
          <p:cNvPr id="17" name="Shape 15"/>
          <p:cNvSpPr/>
          <p:nvPr/>
        </p:nvSpPr>
        <p:spPr>
          <a:xfrm>
            <a:off x="7178040" y="46177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17804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818120" y="449884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readiness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818120" y="484632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structured way to assess both technical and behavioral skills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Trainer Agent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 GOAL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Objective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173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AI-powered Interview Trainer Agent that delivers personalized interview preparation for job seekers across experience levels and industries.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57200" y="21488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12140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question sets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5166360" y="2121408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Tailored interview questions based on profile name, experience level, and job role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89864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" y="2898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871216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data RAG retrieval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5166360" y="2871216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 and summarizes role-specific questions, scenarios, and HR guidelines from a structured knowledge base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64845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7200" y="3648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621024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Resume-based prep &amp; feedback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5166360" y="3621024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input a resume or job title and instantly receive targeted questions, model answers, and improvement tips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39826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57200" y="4398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437083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skill assessment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5166360" y="4370832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both technical and soft-skill/behavioral preparation for well-rounded readiness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514807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57200" y="5148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097280" y="51206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dashboard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5166360" y="512064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a readiness score, technical vs. behavioral breakdown, and progress across sessions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Trainer Agent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630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proposed solution is a multi-agent AI-powered Interview Trainer Agent built using IBM Bob, IBM watsonx.ai, and an IBM-hosted foundation model to provide personalized, role-specific interview preparation.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24028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its core, the solution uses a Retrieval-Augmented Generation (RAG) pipeline to fetch relevant interview data — role-specific questions, industry expectations, behavioral scenarios, and HR guidelines — from a structured local knowledge base. This data is embedded and stored in a vector database (Chroma), enabling the system to retrieve and generate tailored questions, model answers, and improvement tips.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57200" y="3794760"/>
            <a:ext cx="10424160" cy="1600200"/>
          </a:xfrm>
          <a:prstGeom prst="roundRect">
            <a:avLst>
              <a:gd name="adj" fmla="val 4571"/>
            </a:avLst>
          </a:prstGeom>
          <a:solidFill>
            <a:srgbClr val="F4F7F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393192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is composed of four collaborating agents: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4343400"/>
            <a:ext cx="24688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434340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Knowledge Agent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37560" y="4343400"/>
            <a:ext cx="24688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29000" y="434340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Recommendation Agent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0" y="4343400"/>
            <a:ext cx="24688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035040" y="434340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 Advisory Agent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549640" y="4343400"/>
            <a:ext cx="24688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641080" y="434340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&amp; Profile Analysis Agent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56235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user-friendly React dashboard visualizes readiness scores, category breakdowns, and progress across practice sessions. IBM Bob builds and structures the codebase, while watsonx.ai handles model access and inference — within IBM Cloud Lite services.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Trainer Agent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Multi-Agent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F4F7FD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78308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76479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Knowledge Agent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42316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and summarizes role-specific interview questions, industry expectations, and HR guidelines using RAG.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63640" y="150876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F4F7FD"/>
          </a:solidFill>
          <a:ln/>
        </p:spPr>
      </p:sp>
      <p:sp>
        <p:nvSpPr>
          <p:cNvPr id="10" name="Shape 8"/>
          <p:cNvSpPr/>
          <p:nvPr/>
        </p:nvSpPr>
        <p:spPr>
          <a:xfrm>
            <a:off x="6537960" y="178308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3796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176479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Recommendation Agent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242316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personalized question sets and model answers based on profile, experience level, and job role.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70332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F4F7FD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397764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152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395935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 Advisory Agent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461772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 targeted feedback and improvement tips across technical depth and behavioral communication.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370332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F4F7FD"/>
          </a:solidFill>
          <a:ln/>
        </p:spPr>
      </p:sp>
      <p:sp>
        <p:nvSpPr>
          <p:cNvPr id="20" name="Shape 18"/>
          <p:cNvSpPr/>
          <p:nvPr/>
        </p:nvSpPr>
        <p:spPr>
          <a:xfrm>
            <a:off x="6537960" y="397764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3796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7223760" y="395935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&amp; Profile Analysis Agent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537960" y="461772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uploaded resumes or job titles to extract skills and experience that enrich personalization.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Trainer Agent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IT'S BUILT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94360" cy="594360"/>
          </a:xfrm>
          <a:prstGeom prst="roundRect">
            <a:avLst>
              <a:gd name="adj" fmla="val 15385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594360" y="169164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CADCF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153619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Cloud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92024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the infrastructure to build, deploy, and scale the Interview Trainer Agent efficiently — a reliable, secure, and scalable environment for deployment.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788920"/>
            <a:ext cx="594360" cy="594360"/>
          </a:xfrm>
          <a:prstGeom prst="roundRect">
            <a:avLst>
              <a:gd name="adj" fmla="val 15385"/>
            </a:avLst>
          </a:prstGeom>
          <a:solidFill>
            <a:srgbClr val="1E2761"/>
          </a:solidFill>
          <a:ln/>
        </p:spPr>
      </p:sp>
      <p:sp>
        <p:nvSpPr>
          <p:cNvPr id="9" name="Shape 7"/>
          <p:cNvSpPr/>
          <p:nvPr/>
        </p:nvSpPr>
        <p:spPr>
          <a:xfrm>
            <a:off x="594360" y="292608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CADCF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280160" y="277063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(Retrieval-Augmented Generation)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315468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 real interview and role-specific data first, then generates intelligent, tailored responses — making the agent more trustworthy and effective.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023360"/>
            <a:ext cx="594360" cy="594360"/>
          </a:xfrm>
          <a:prstGeom prst="roundRect">
            <a:avLst>
              <a:gd name="adj" fmla="val 15385"/>
            </a:avLst>
          </a:prstGeom>
          <a:solidFill>
            <a:srgbClr val="1E2761"/>
          </a:solidFill>
          <a:ln/>
        </p:spPr>
      </p:sp>
      <p:sp>
        <p:nvSpPr>
          <p:cNvPr id="13" name="Shape 11"/>
          <p:cNvSpPr/>
          <p:nvPr/>
        </p:nvSpPr>
        <p:spPr>
          <a:xfrm>
            <a:off x="594360" y="416052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CADCF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280160" y="400507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 (Chroma)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438912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RAG-based interview question and scenario retrieval, storing embedded corpus chunks for fast similarity search.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Trainer Agent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AGENTIC AI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 of Agentic AI in the Interview Trainer Agent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0876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enables the Interview Trainer Agent to function as an intelligent, adaptive system rather than a simple chatbot. Using IBM watsonx.ai, it coordinates multiple specialized agents — retrieving interview data, generating question sets, providing improvement advice, and analyzing resume input — while working collaboratively for efficient, accurate results.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57200" y="2971800"/>
            <a:ext cx="5440680" cy="1188720"/>
          </a:xfrm>
          <a:prstGeom prst="roundRect">
            <a:avLst>
              <a:gd name="adj" fmla="val 6154"/>
            </a:avLst>
          </a:prstGeom>
          <a:solidFill>
            <a:srgbClr val="F4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313639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awareness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52044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experience level, job role, and resume content to tailor output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2971800"/>
            <a:ext cx="5440680" cy="1188720"/>
          </a:xfrm>
          <a:prstGeom prst="roundRect">
            <a:avLst>
              <a:gd name="adj" fmla="val 6154"/>
            </a:avLst>
          </a:prstGeom>
          <a:solidFill>
            <a:srgbClr val="F4F7F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92240" y="313639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adaptation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352044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Refines question sets and feedback as resumes or roles are updated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4343400"/>
            <a:ext cx="5440680" cy="1188720"/>
          </a:xfrm>
          <a:prstGeom prst="roundRect">
            <a:avLst>
              <a:gd name="adj" fmla="val 6154"/>
            </a:avLst>
          </a:prstGeom>
          <a:solidFill>
            <a:srgbClr val="F4F7F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450799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collaboration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489204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communicate for more coherent, well-rounded preparation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4343400"/>
            <a:ext cx="5440680" cy="1188720"/>
          </a:xfrm>
          <a:prstGeom prst="roundRect">
            <a:avLst>
              <a:gd name="adj" fmla="val 6154"/>
            </a:avLst>
          </a:prstGeom>
          <a:solidFill>
            <a:srgbClr val="F4F7F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92240" y="450799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coaching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489204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like a digital interview coach, not a static question bank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Trainer Agent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SETS IT APART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Novelty and Uniqueness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5440680" cy="914400"/>
          </a:xfrm>
          <a:prstGeom prst="roundRect">
            <a:avLst>
              <a:gd name="adj" fmla="val 7000"/>
            </a:avLst>
          </a:prstGeom>
          <a:solidFill>
            <a:srgbClr val="F4F7FD"/>
          </a:solidFill>
          <a:ln/>
        </p:spPr>
      </p:sp>
      <p:sp>
        <p:nvSpPr>
          <p:cNvPr id="5" name="Shape 3"/>
          <p:cNvSpPr/>
          <p:nvPr/>
        </p:nvSpPr>
        <p:spPr>
          <a:xfrm>
            <a:off x="658368" y="1783080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58368" y="17830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60020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intelligence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92024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agents collaborate instead of one generic chatbot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63640" y="1508760"/>
            <a:ext cx="5440680" cy="914400"/>
          </a:xfrm>
          <a:prstGeom prst="roundRect">
            <a:avLst>
              <a:gd name="adj" fmla="val 7000"/>
            </a:avLst>
          </a:prstGeom>
          <a:solidFill>
            <a:srgbClr val="F4F7FD"/>
          </a:solidFill>
          <a:ln/>
        </p:spPr>
      </p:sp>
      <p:sp>
        <p:nvSpPr>
          <p:cNvPr id="10" name="Shape 8"/>
          <p:cNvSpPr/>
          <p:nvPr/>
        </p:nvSpPr>
        <p:spPr>
          <a:xfrm>
            <a:off x="6464808" y="1783080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64808" y="17830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949440" y="160020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RAG-based accuracy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949440" y="192024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+ generation reduces irrelevant or generic advice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560320"/>
            <a:ext cx="5440680" cy="914400"/>
          </a:xfrm>
          <a:prstGeom prst="roundRect">
            <a:avLst>
              <a:gd name="adj" fmla="val 7000"/>
            </a:avLst>
          </a:prstGeom>
          <a:solidFill>
            <a:srgbClr val="F4F7FD"/>
          </a:solidFill>
          <a:ln/>
        </p:spPr>
      </p:sp>
      <p:sp>
        <p:nvSpPr>
          <p:cNvPr id="15" name="Shape 13"/>
          <p:cNvSpPr/>
          <p:nvPr/>
        </p:nvSpPr>
        <p:spPr>
          <a:xfrm>
            <a:off x="658368" y="2834640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58368" y="28346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265176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Hyper-personalization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297180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Tailors questions and answers to role, level, and resume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63640" y="2560320"/>
            <a:ext cx="5440680" cy="914400"/>
          </a:xfrm>
          <a:prstGeom prst="roundRect">
            <a:avLst>
              <a:gd name="adj" fmla="val 7000"/>
            </a:avLst>
          </a:prstGeom>
          <a:solidFill>
            <a:srgbClr val="F4F7FD"/>
          </a:solidFill>
          <a:ln/>
        </p:spPr>
      </p:sp>
      <p:sp>
        <p:nvSpPr>
          <p:cNvPr id="20" name="Shape 18"/>
          <p:cNvSpPr/>
          <p:nvPr/>
        </p:nvSpPr>
        <p:spPr>
          <a:xfrm>
            <a:off x="6464808" y="2834640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64808" y="28346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949440" y="265176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feedback loop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949440" y="297180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Adapts as users update their resume or job role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3611880"/>
            <a:ext cx="5440680" cy="914400"/>
          </a:xfrm>
          <a:prstGeom prst="roundRect">
            <a:avLst>
              <a:gd name="adj" fmla="val 7000"/>
            </a:avLst>
          </a:prstGeom>
          <a:solidFill>
            <a:srgbClr val="F4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658368" y="3886200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58368" y="38862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143000" y="370332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input options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143000" y="402336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resume upload or manual job title entry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263640" y="3611880"/>
            <a:ext cx="5440680" cy="914400"/>
          </a:xfrm>
          <a:prstGeom prst="roundRect">
            <a:avLst>
              <a:gd name="adj" fmla="val 7000"/>
            </a:avLst>
          </a:prstGeom>
          <a:solidFill>
            <a:srgbClr val="F4F7FD"/>
          </a:solidFill>
          <a:ln/>
        </p:spPr>
      </p:sp>
      <p:sp>
        <p:nvSpPr>
          <p:cNvPr id="30" name="Shape 28"/>
          <p:cNvSpPr/>
          <p:nvPr/>
        </p:nvSpPr>
        <p:spPr>
          <a:xfrm>
            <a:off x="6464808" y="3886200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464808" y="38862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6949440" y="370332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&amp; readiness focus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6949440" y="402336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coaching, not just a question list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57200" y="4663440"/>
            <a:ext cx="5440680" cy="914400"/>
          </a:xfrm>
          <a:prstGeom prst="roundRect">
            <a:avLst>
              <a:gd name="adj" fmla="val 7000"/>
            </a:avLst>
          </a:prstGeom>
          <a:solidFill>
            <a:srgbClr val="F4F7FD"/>
          </a:solidFill>
          <a:ln/>
        </p:spPr>
      </p:sp>
      <p:sp>
        <p:nvSpPr>
          <p:cNvPr id="35" name="Shape 33"/>
          <p:cNvSpPr/>
          <p:nvPr/>
        </p:nvSpPr>
        <p:spPr>
          <a:xfrm>
            <a:off x="658368" y="4937760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58368" y="4937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1143000" y="475488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&amp; enterprise-ready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1143000" y="507492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watsonx.ai within IBM Cloud Lite services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457200" y="617220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makes the solution a smart, adaptive, and proactive digital interview coach — not just a static question-bank tool.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Trainer Agent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FLOW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Blueprint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11247120" cy="4709160"/>
          </a:xfrm>
          <a:prstGeom prst="roundRect">
            <a:avLst>
              <a:gd name="adj" fmla="val 1553"/>
            </a:avLst>
          </a:prstGeom>
          <a:solidFill>
            <a:srgbClr val="FAFBFF"/>
          </a:solidFill>
          <a:ln w="19050">
            <a:solidFill>
              <a:srgbClr val="CADCFC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731520" y="35661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AA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sequence diagram screenshot here ]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9776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B5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ARCHITECTURE.md — User → Frontend → Backend → Retrieval (Chroma) ↔ LLM (watsonx.ai) → Response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Trainer Agent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02493AB-D839-8FCD-5F7E-D3C17E60DD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07008"/>
            <a:ext cx="11247120" cy="519404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Preview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11247120" cy="4709160"/>
          </a:xfrm>
          <a:prstGeom prst="roundRect">
            <a:avLst>
              <a:gd name="adj" fmla="val 1553"/>
            </a:avLst>
          </a:prstGeom>
          <a:solidFill>
            <a:srgbClr val="FAFBFF"/>
          </a:solidFill>
          <a:ln w="19050">
            <a:solidFill>
              <a:srgbClr val="CADCFC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731520" y="35661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AA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dashboard screenshot here ]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9776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B5B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setup · practice/results view · readiness score · technical vs. behavioral breakdown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Trainer Agent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FBE1002-747F-B5AC-2266-FBD506BCD9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120025"/>
            <a:ext cx="10586513" cy="517104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IN ACTION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Demonstration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5440680" cy="4709160"/>
          </a:xfrm>
          <a:prstGeom prst="roundRect">
            <a:avLst>
              <a:gd name="adj" fmla="val 1553"/>
            </a:avLst>
          </a:prstGeom>
          <a:solidFill>
            <a:srgbClr val="FAFBFF"/>
          </a:solidFill>
          <a:ln w="19050">
            <a:solidFill>
              <a:srgbClr val="CADCFC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731520" y="338328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9AA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Prompt Lab</a:t>
            </a:r>
            <a:endParaRPr lang="en-US" sz="15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9AA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1 here ]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63640" y="1508760"/>
            <a:ext cx="5440680" cy="4709160"/>
          </a:xfrm>
          <a:prstGeom prst="roundRect">
            <a:avLst>
              <a:gd name="adj" fmla="val 1553"/>
            </a:avLst>
          </a:prstGeom>
          <a:solidFill>
            <a:srgbClr val="FAFBFF"/>
          </a:solidFill>
          <a:ln w="19050">
            <a:solidFill>
              <a:srgbClr val="CADCFC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6537960" y="338328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9AA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Prompt Lab</a:t>
            </a:r>
            <a:endParaRPr lang="en-US" sz="15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9AA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2 here ]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Trainer Agent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DAD4F45-ED93-496A-A66E-BF1FA4F7BF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389" y="1527048"/>
            <a:ext cx="5730491" cy="481459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80045E6-5957-1C39-5CFB-8F00424EC8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425717"/>
            <a:ext cx="5440680" cy="481459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572000" cy="457200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4572000"/>
            <a:ext cx="3657600" cy="365760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6517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52044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Trainer Agent — Problem Statement No. 22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1148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github.com/ayush-cyber1/interview-trainer-agent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1024</Words>
  <Application>Microsoft Office PowerPoint</Application>
  <PresentationFormat>Widescreen</PresentationFormat>
  <Paragraphs>153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shri bhagwan</cp:lastModifiedBy>
  <cp:revision>2</cp:revision>
  <dcterms:created xsi:type="dcterms:W3CDTF">2026-09-06T07:30:49Z</dcterms:created>
  <dcterms:modified xsi:type="dcterms:W3CDTF">2026-09-06T07:38:24Z</dcterms:modified>
</cp:coreProperties>
</file>